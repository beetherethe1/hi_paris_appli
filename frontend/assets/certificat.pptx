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3055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0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0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Disposition personnalisée" preserve="1">
  <p:cSld name="8_Disposition personnalisée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40"/>
          <p:cNvGrpSpPr/>
          <p:nvPr/>
        </p:nvGrpSpPr>
        <p:grpSpPr>
          <a:xfrm>
            <a:off x="-1" y="-7355"/>
            <a:ext cx="12316460" cy="6865355"/>
            <a:chOff x="-1" y="-5516"/>
            <a:chExt cx="9237345" cy="5149016"/>
          </a:xfrm>
        </p:grpSpPr>
        <p:pic>
          <p:nvPicPr>
            <p:cNvPr id="21" name="Google Shape;21;p40"/>
            <p:cNvPicPr preferRelativeResize="0"/>
            <p:nvPr/>
          </p:nvPicPr>
          <p:blipFill rotWithShape="1">
            <a:blip r:embed="rId2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" y="0"/>
              <a:ext cx="2995749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40"/>
            <p:cNvPicPr preferRelativeResize="0"/>
            <p:nvPr/>
          </p:nvPicPr>
          <p:blipFill rotWithShape="1">
            <a:blip r:embed="rId3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2948" y="-5516"/>
              <a:ext cx="2995749" cy="32579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40"/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26373" y="2362636"/>
              <a:ext cx="2995749" cy="2780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40"/>
            <p:cNvPicPr preferRelativeResize="0"/>
            <p:nvPr/>
          </p:nvPicPr>
          <p:blipFill rotWithShape="1">
            <a:blip r:embed="rId5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389322" y="477122"/>
              <a:ext cx="2995749" cy="46663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0"/>
            <p:cNvPicPr preferRelativeResize="0"/>
            <p:nvPr/>
          </p:nvPicPr>
          <p:blipFill rotWithShape="1">
            <a:blip r:embed="rId6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852271" y="0"/>
              <a:ext cx="2995749" cy="37308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40"/>
            <p:cNvPicPr preferRelativeResize="0"/>
            <p:nvPr/>
          </p:nvPicPr>
          <p:blipFill rotWithShape="1">
            <a:blip r:embed="rId7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778645" y="955476"/>
              <a:ext cx="2995749" cy="4188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40"/>
            <p:cNvPicPr preferRelativeResize="0"/>
            <p:nvPr/>
          </p:nvPicPr>
          <p:blipFill rotWithShape="1">
            <a:blip r:embed="rId8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241594" y="0"/>
              <a:ext cx="2995749" cy="42079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40"/>
            <p:cNvPicPr preferRelativeResize="0"/>
            <p:nvPr/>
          </p:nvPicPr>
          <p:blipFill rotWithShape="1">
            <a:blip r:embed="rId9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64794" y="1429622"/>
              <a:ext cx="2072550" cy="37138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40"/>
          <p:cNvSpPr/>
          <p:nvPr/>
        </p:nvSpPr>
        <p:spPr>
          <a:xfrm>
            <a:off x="1312094" y="247471"/>
            <a:ext cx="9567817" cy="6363063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" name="Google Shape;30;p40"/>
          <p:cNvSpPr txBox="1">
            <a:spLocks noGrp="1"/>
          </p:cNvSpPr>
          <p:nvPr>
            <p:ph type="body" idx="1"/>
          </p:nvPr>
        </p:nvSpPr>
        <p:spPr>
          <a:xfrm>
            <a:off x="2799294" y="2020360"/>
            <a:ext cx="6593417" cy="2817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585" lvl="0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SzPts val="1600"/>
              <a:buChar char="•"/>
              <a:defRPr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1219170" lvl="1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SzPts val="1600"/>
              <a:buChar char="–"/>
              <a:defRPr/>
            </a:lvl2pPr>
            <a:lvl3pPr marL="1828754" lvl="2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SzPts val="1600"/>
              <a:buChar char="•"/>
              <a:defRPr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SzPts val="1600"/>
              <a:buChar char="–"/>
              <a:defRPr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SzPts val="1600"/>
              <a:buChar char="»"/>
              <a:defRPr/>
            </a:lvl5pPr>
            <a:lvl6pPr marL="3657509" lvl="5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Char char="•"/>
              <a:defRPr/>
            </a:lvl6pPr>
            <a:lvl7pPr marL="4267093" lvl="6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Char char="•"/>
              <a:defRPr/>
            </a:lvl7pPr>
            <a:lvl8pPr marL="4876678" lvl="7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Char char="•"/>
              <a:defRPr/>
            </a:lvl8pPr>
            <a:lvl9pPr marL="5486263" lvl="8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449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bg>
      <p:bgPr>
        <a:solidFill>
          <a:srgbClr val="1D3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50DA69-657E-41C3-B340-B16C354CA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1447800"/>
            <a:ext cx="11406187" cy="49514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5059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34">
          <p15:clr>
            <a:srgbClr val="FBAE40"/>
          </p15:clr>
        </p15:guide>
        <p15:guide id="4" pos="7446">
          <p15:clr>
            <a:srgbClr val="FBAE40"/>
          </p15:clr>
        </p15:guide>
        <p15:guide id="5" orient="horz" pos="3884">
          <p15:clr>
            <a:srgbClr val="FBAE40"/>
          </p15:clr>
        </p15:guide>
        <p15:guide id="6" orient="horz" pos="4320">
          <p15:clr>
            <a:srgbClr val="FBAE40"/>
          </p15:clr>
        </p15:guide>
        <p15:guide id="7" orient="horz" pos="572">
          <p15:clr>
            <a:srgbClr val="FBAE40"/>
          </p15:clr>
        </p15:guide>
        <p15:guide id="8" orient="horz" pos="913">
          <p15:clr>
            <a:srgbClr val="FBAE40"/>
          </p15:clr>
        </p15:guide>
        <p15:guide id="9" orient="horz" pos="187">
          <p15:clr>
            <a:srgbClr val="FBAE40"/>
          </p15:clr>
        </p15:guide>
        <p15:guide id="10" orient="horz" pos="111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seul">
    <p:bg>
      <p:bgPr>
        <a:solidFill>
          <a:srgbClr val="1D3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50DA69-657E-41C3-B340-B16C354CA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1447800"/>
            <a:ext cx="11406187" cy="49514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E7B3C99-D0CD-7C4C-1334-F2180FDE31B8}"/>
              </a:ext>
            </a:extLst>
          </p:cNvPr>
          <p:cNvGrpSpPr/>
          <p:nvPr userDrawn="1"/>
        </p:nvGrpSpPr>
        <p:grpSpPr>
          <a:xfrm>
            <a:off x="11562864" y="207688"/>
            <a:ext cx="418487" cy="387209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16A8A61D-918D-D433-66D3-26A5475D94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321">
              <a:extLst>
                <a:ext uri="{FF2B5EF4-FFF2-40B4-BE49-F238E27FC236}">
                  <a16:creationId xmlns:a16="http://schemas.microsoft.com/office/drawing/2014/main" id="{B0ECCE87-B2FC-06C9-79AC-55844AEB6B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794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34">
          <p15:clr>
            <a:srgbClr val="FBAE40"/>
          </p15:clr>
        </p15:guide>
        <p15:guide id="4" pos="7446">
          <p15:clr>
            <a:srgbClr val="FBAE40"/>
          </p15:clr>
        </p15:guide>
        <p15:guide id="5" orient="horz" pos="3884">
          <p15:clr>
            <a:srgbClr val="FBAE40"/>
          </p15:clr>
        </p15:guide>
        <p15:guide id="6" orient="horz" pos="4320">
          <p15:clr>
            <a:srgbClr val="FBAE40"/>
          </p15:clr>
        </p15:guide>
        <p15:guide id="7" orient="horz" pos="572">
          <p15:clr>
            <a:srgbClr val="FBAE40"/>
          </p15:clr>
        </p15:guide>
        <p15:guide id="8" orient="horz" pos="913">
          <p15:clr>
            <a:srgbClr val="FBAE40"/>
          </p15:clr>
        </p15:guide>
        <p15:guide id="9" orient="horz" pos="187">
          <p15:clr>
            <a:srgbClr val="FBAE40"/>
          </p15:clr>
        </p15:guide>
        <p15:guide id="10" orient="horz" pos="111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bg>
      <p:bgPr>
        <a:solidFill>
          <a:srgbClr val="1D3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50DA69-657E-41C3-B340-B16C354CA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1447800"/>
            <a:ext cx="11406187" cy="49514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9FA3F041-6E0B-DB01-684F-26B0D44348E4}"/>
              </a:ext>
            </a:extLst>
          </p:cNvPr>
          <p:cNvGrpSpPr/>
          <p:nvPr userDrawn="1"/>
        </p:nvGrpSpPr>
        <p:grpSpPr>
          <a:xfrm>
            <a:off x="11562864" y="207688"/>
            <a:ext cx="418487" cy="387209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1CD05EFF-EF0A-52FC-7678-A1169C4B2C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321">
              <a:extLst>
                <a:ext uri="{FF2B5EF4-FFF2-40B4-BE49-F238E27FC236}">
                  <a16:creationId xmlns:a16="http://schemas.microsoft.com/office/drawing/2014/main" id="{50FADBD8-8D56-360A-CD46-00EB0C74E3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030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hite Pik">
    <p:bg>
      <p:bgPr>
        <a:solidFill>
          <a:srgbClr val="1D3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7">
            <a:extLst>
              <a:ext uri="{FF2B5EF4-FFF2-40B4-BE49-F238E27FC236}">
                <a16:creationId xmlns:a16="http://schemas.microsoft.com/office/drawing/2014/main" id="{175605CD-31A1-4F5E-8CC8-FA82332DB3A0}"/>
              </a:ext>
            </a:extLst>
          </p:cNvPr>
          <p:cNvGrpSpPr/>
          <p:nvPr userDrawn="1"/>
        </p:nvGrpSpPr>
        <p:grpSpPr>
          <a:xfrm>
            <a:off x="11562864" y="207688"/>
            <a:ext cx="418487" cy="387209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6" name="Freeform 320">
              <a:extLst>
                <a:ext uri="{FF2B5EF4-FFF2-40B4-BE49-F238E27FC236}">
                  <a16:creationId xmlns:a16="http://schemas.microsoft.com/office/drawing/2014/main" id="{AE5DD593-FDBD-4A70-83DE-64E2F0ED00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321">
              <a:extLst>
                <a:ext uri="{FF2B5EF4-FFF2-40B4-BE49-F238E27FC236}">
                  <a16:creationId xmlns:a16="http://schemas.microsoft.com/office/drawing/2014/main" id="{5E1F1E46-28BC-4B11-9A4D-30E5875718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3560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B15895-2835-468A-AD6E-B8C687DB6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8744"/>
            <a:ext cx="8752176" cy="1116000"/>
          </a:xfrm>
          <a:prstGeom prst="rect">
            <a:avLst/>
          </a:prstGeom>
        </p:spPr>
        <p:txBody>
          <a:bodyPr vert="horz" lIns="0" tIns="180000" rIns="0" bIns="0" rtlCol="0" anchor="t" anchorCtr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5036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AD49-66E9-E7B1-867E-3EF67A0B9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1E61B-61D1-1580-928E-881F5F008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F7B75-2262-A353-506B-C7733EEF0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E191B-E251-4CF5-B53E-11E927180FD4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E25DD-E533-D39F-9927-E94825F8B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2580E-0AFB-0668-7327-B8BEE994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9FCE-2A81-447F-B345-2EBFC647CE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871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8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bg>
      <p:bgPr>
        <a:solidFill>
          <a:srgbClr val="1D3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;p1">
            <a:extLst>
              <a:ext uri="{FF2B5EF4-FFF2-40B4-BE49-F238E27FC236}">
                <a16:creationId xmlns:a16="http://schemas.microsoft.com/office/drawing/2014/main" id="{B6C01700-11D6-47E3-BBBC-93B817878FA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9600" y="10160"/>
            <a:ext cx="10972800" cy="865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000"/>
              <a:buFont typeface="Arial"/>
              <a:buNone/>
              <a:defRPr sz="2667" b="0" i="0" u="none" strike="noStrike" cap="none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9pPr>
          </a:lstStyle>
          <a:p>
            <a:r>
              <a:rPr lang="fr-FR"/>
              <a:t>Agenda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BDFDE-510A-45D1-A511-E8ED459EAB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34067" y="1979084"/>
            <a:ext cx="7448333" cy="3407833"/>
          </a:xfrm>
          <a:prstGeom prst="rect">
            <a:avLst/>
          </a:prstGeom>
        </p:spPr>
        <p:txBody>
          <a:bodyPr anchor="ctr"/>
          <a:lstStyle>
            <a:lvl1pPr marL="702716" indent="-533387">
              <a:spcBef>
                <a:spcPts val="1600"/>
              </a:spcBef>
              <a:buClr>
                <a:srgbClr val="FF004D"/>
              </a:buClr>
              <a:buSzPct val="150000"/>
              <a:buFont typeface="+mj-lt"/>
              <a:buAutoNum type="romanUcPeriod"/>
              <a:defRPr sz="2133">
                <a:solidFill>
                  <a:schemeClr val="tx1"/>
                </a:solidFill>
              </a:defRPr>
            </a:lvl1pPr>
            <a:lvl2pPr marL="1312301" indent="-533387">
              <a:buClr>
                <a:srgbClr val="FF004D"/>
              </a:buClr>
              <a:buFont typeface="+mj-lt"/>
              <a:buAutoNum type="alphaLcPeriod"/>
              <a:defRPr lang="en-US" sz="1867" b="1" i="0" u="none" strike="noStrike" cap="none" dirty="0" smtClean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defRPr>
            </a:lvl2pPr>
            <a:lvl3pPr marL="1921885" indent="-533387">
              <a:buFont typeface="+mj-lt"/>
              <a:buAutoNum type="romanUcPeriod"/>
              <a:defRPr/>
            </a:lvl3pPr>
            <a:lvl4pPr marL="2531470" indent="-533387">
              <a:buFont typeface="+mj-lt"/>
              <a:buAutoNum type="romanUcPeriod"/>
              <a:defRPr/>
            </a:lvl4pPr>
            <a:lvl5pPr marL="3141055" indent="-533387">
              <a:buFont typeface="+mj-lt"/>
              <a:buAutoNum type="romanU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CB2B10C1-C1EC-482B-B898-E164E8D559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1301" y="2598712"/>
            <a:ext cx="3552767" cy="216857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D9DA4C-98BC-4377-B7C3-38D4D1E00428}"/>
              </a:ext>
            </a:extLst>
          </p:cNvPr>
          <p:cNvSpPr/>
          <p:nvPr userDrawn="1"/>
        </p:nvSpPr>
        <p:spPr>
          <a:xfrm>
            <a:off x="12306205" y="11568"/>
            <a:ext cx="394736" cy="599440"/>
          </a:xfrm>
          <a:prstGeom prst="roundRect">
            <a:avLst/>
          </a:prstGeom>
          <a:solidFill>
            <a:srgbClr val="004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67" b="1">
                <a:solidFill>
                  <a:schemeClr val="tx1"/>
                </a:solidFill>
                <a:latin typeface="Calibri Light" panose="020F0302020204030204" pitchFamily="34" charset="0"/>
              </a:rPr>
              <a:t>0</a:t>
            </a:r>
          </a:p>
          <a:p>
            <a:pPr algn="ctr"/>
            <a:r>
              <a:rPr lang="fr-FR" sz="1067" b="1">
                <a:solidFill>
                  <a:schemeClr val="tx1"/>
                </a:solidFill>
                <a:latin typeface="Calibri Light" panose="020F0302020204030204" pitchFamily="34" charset="0"/>
              </a:rPr>
              <a:t>69</a:t>
            </a:r>
          </a:p>
          <a:p>
            <a:pPr algn="ctr"/>
            <a:r>
              <a:rPr lang="fr-FR" sz="1067" b="1">
                <a:solidFill>
                  <a:schemeClr val="tx1"/>
                </a:solidFill>
                <a:latin typeface="Calibri Light" panose="020F0302020204030204" pitchFamily="34" charset="0"/>
              </a:rPr>
              <a:t>117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1CE4DC-44FF-4592-B035-6BF8D3777259}"/>
              </a:ext>
            </a:extLst>
          </p:cNvPr>
          <p:cNvSpPr/>
          <p:nvPr userDrawn="1"/>
        </p:nvSpPr>
        <p:spPr>
          <a:xfrm>
            <a:off x="12780339" y="696267"/>
            <a:ext cx="394736" cy="599440"/>
          </a:xfrm>
          <a:prstGeom prst="roundRect">
            <a:avLst/>
          </a:prstGeom>
          <a:solidFill>
            <a:srgbClr val="E61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67" b="1">
                <a:solidFill>
                  <a:schemeClr val="tx1"/>
                </a:solidFill>
                <a:latin typeface="Calibri Light" panose="020F0302020204030204" pitchFamily="34" charset="0"/>
              </a:rPr>
              <a:t>230</a:t>
            </a:r>
          </a:p>
          <a:p>
            <a:pPr algn="ctr"/>
            <a:r>
              <a:rPr lang="fr-FR" sz="1067" b="1">
                <a:solidFill>
                  <a:schemeClr val="tx1"/>
                </a:solidFill>
                <a:latin typeface="Calibri Light" panose="020F0302020204030204" pitchFamily="34" charset="0"/>
              </a:rPr>
              <a:t>24</a:t>
            </a:r>
          </a:p>
          <a:p>
            <a:pPr algn="ctr"/>
            <a:r>
              <a:rPr lang="fr-FR" sz="1067" b="1">
                <a:solidFill>
                  <a:schemeClr val="tx1"/>
                </a:solidFill>
                <a:latin typeface="Calibri Light" panose="020F0302020204030204" pitchFamily="34" charset="0"/>
              </a:rPr>
              <a:t>83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E2ABAB-12B1-4E9D-905D-F9DBFAF3AF16}"/>
              </a:ext>
            </a:extLst>
          </p:cNvPr>
          <p:cNvSpPr/>
          <p:nvPr userDrawn="1"/>
        </p:nvSpPr>
        <p:spPr>
          <a:xfrm>
            <a:off x="12306205" y="696267"/>
            <a:ext cx="394736" cy="599440"/>
          </a:xfrm>
          <a:prstGeom prst="roundRect">
            <a:avLst/>
          </a:prstGeom>
          <a:solidFill>
            <a:srgbClr val="FF0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67" b="1">
                <a:solidFill>
                  <a:schemeClr val="tx1"/>
                </a:solidFill>
                <a:latin typeface="Calibri Light" panose="020F0302020204030204" pitchFamily="34" charset="0"/>
              </a:rPr>
              <a:t>255</a:t>
            </a:r>
          </a:p>
          <a:p>
            <a:pPr algn="ctr"/>
            <a:r>
              <a:rPr lang="fr-FR" sz="1067" b="1">
                <a:solidFill>
                  <a:schemeClr val="tx1"/>
                </a:solidFill>
                <a:latin typeface="Calibri Light" panose="020F0302020204030204" pitchFamily="34" charset="0"/>
              </a:rPr>
              <a:t>0</a:t>
            </a:r>
          </a:p>
          <a:p>
            <a:pPr algn="ctr"/>
            <a:r>
              <a:rPr lang="fr-FR" sz="1067" b="1">
                <a:solidFill>
                  <a:schemeClr val="tx1"/>
                </a:solidFill>
                <a:latin typeface="Calibri Light" panose="020F0302020204030204" pitchFamily="34" charset="0"/>
              </a:rPr>
              <a:t>77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AD50BD-4CCB-4C52-B0C2-84A14D9E8A58}"/>
              </a:ext>
            </a:extLst>
          </p:cNvPr>
          <p:cNvSpPr/>
          <p:nvPr userDrawn="1"/>
        </p:nvSpPr>
        <p:spPr>
          <a:xfrm>
            <a:off x="12780339" y="2065664"/>
            <a:ext cx="394736" cy="59944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67" b="1">
                <a:solidFill>
                  <a:schemeClr val="bg1"/>
                </a:solidFill>
                <a:latin typeface="Calibri Light" panose="020F0302020204030204" pitchFamily="34" charset="0"/>
              </a:rPr>
              <a:t>255</a:t>
            </a:r>
          </a:p>
          <a:p>
            <a:pPr algn="ctr"/>
            <a:r>
              <a:rPr lang="fr-FR" sz="1067" b="1">
                <a:solidFill>
                  <a:schemeClr val="bg1"/>
                </a:solidFill>
                <a:latin typeface="Calibri Light" panose="020F0302020204030204" pitchFamily="34" charset="0"/>
              </a:rPr>
              <a:t>255</a:t>
            </a:r>
          </a:p>
          <a:p>
            <a:pPr algn="ctr"/>
            <a:r>
              <a:rPr lang="fr-FR" sz="1067" b="1">
                <a:solidFill>
                  <a:schemeClr val="bg1"/>
                </a:solidFill>
                <a:latin typeface="Calibri Light" panose="020F0302020204030204" pitchFamily="34" charset="0"/>
              </a:rPr>
              <a:t>255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A7A1EE-0C77-4574-8A13-5B2E04532574}"/>
              </a:ext>
            </a:extLst>
          </p:cNvPr>
          <p:cNvSpPr/>
          <p:nvPr userDrawn="1"/>
        </p:nvSpPr>
        <p:spPr>
          <a:xfrm>
            <a:off x="12780339" y="1380965"/>
            <a:ext cx="394736" cy="599440"/>
          </a:xfrm>
          <a:prstGeom prst="roundRect">
            <a:avLst/>
          </a:prstGeom>
          <a:solidFill>
            <a:srgbClr val="E5E3E4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6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229</a:t>
            </a:r>
          </a:p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6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227</a:t>
            </a:r>
          </a:p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6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228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A72DB7-8789-4084-9F59-66773E56D326}"/>
              </a:ext>
            </a:extLst>
          </p:cNvPr>
          <p:cNvSpPr/>
          <p:nvPr userDrawn="1"/>
        </p:nvSpPr>
        <p:spPr>
          <a:xfrm>
            <a:off x="12780339" y="11568"/>
            <a:ext cx="394736" cy="599440"/>
          </a:xfrm>
          <a:prstGeom prst="roundRect">
            <a:avLst/>
          </a:prstGeom>
          <a:solidFill>
            <a:srgbClr val="385D8A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67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56</a:t>
            </a:r>
          </a:p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67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93</a:t>
            </a:r>
          </a:p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67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</a:rPr>
              <a:t>138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9DD512-0644-461B-AE18-A114D92E055E}"/>
              </a:ext>
            </a:extLst>
          </p:cNvPr>
          <p:cNvSpPr/>
          <p:nvPr userDrawn="1"/>
        </p:nvSpPr>
        <p:spPr>
          <a:xfrm>
            <a:off x="12306205" y="1380965"/>
            <a:ext cx="394736" cy="5994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067" b="1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rPr>
              <a:t>0</a:t>
            </a:r>
          </a:p>
          <a:p>
            <a:pPr algn="ctr"/>
            <a:r>
              <a:rPr lang="fr-FR" sz="1067" b="1">
                <a:solidFill>
                  <a:schemeClr val="tx1"/>
                </a:solidFill>
                <a:latin typeface="Calibri Light" panose="020F0302020204030204" pitchFamily="34" charset="0"/>
              </a:rPr>
              <a:t>0</a:t>
            </a:r>
          </a:p>
          <a:p>
            <a:pPr algn="ctr"/>
            <a:r>
              <a:rPr lang="fr-FR" sz="1067" b="1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39344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>
            <a:spLocks noGrp="1"/>
          </p:cNvSpPr>
          <p:nvPr>
            <p:ph type="title"/>
          </p:nvPr>
        </p:nvSpPr>
        <p:spPr>
          <a:xfrm>
            <a:off x="609600" y="10160"/>
            <a:ext cx="10972800" cy="865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8"/>
          <p:cNvSpPr txBox="1"/>
          <p:nvPr/>
        </p:nvSpPr>
        <p:spPr>
          <a:xfrm>
            <a:off x="11601702" y="6330918"/>
            <a:ext cx="59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FR" sz="1333" b="0" i="0" u="none" strike="noStrike" cap="non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‹N°›</a:t>
            </a:fld>
            <a:endParaRPr sz="1333" b="0" i="0" u="none" strike="noStrike" cap="none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Hi! PARIS – Paris Artificial Intelligence for Society &amp; Business">
            <a:extLst>
              <a:ext uri="{FF2B5EF4-FFF2-40B4-BE49-F238E27FC236}">
                <a16:creationId xmlns:a16="http://schemas.microsoft.com/office/drawing/2014/main" id="{500061F2-4896-0A45-3927-796F2BECBB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7277" y="6173718"/>
            <a:ext cx="858838" cy="57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54950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B63E-FD9C-C860-6A41-9E54117E6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F8D6743-D3CE-8E56-4BE9-480B393EA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8380" y="827392"/>
            <a:ext cx="5879891" cy="5492960"/>
          </a:xfrm>
        </p:spPr>
        <p:txBody>
          <a:bodyPr/>
          <a:lstStyle/>
          <a:p>
            <a:pPr marL="169329" indent="0">
              <a:buNone/>
            </a:pPr>
            <a:r>
              <a:rPr lang="fr-FR" sz="3600" b="0" i="1" dirty="0" err="1">
                <a:solidFill>
                  <a:schemeClr val="bg2"/>
                </a:solidFill>
                <a:latin typeface="Urdu Typesetting" panose="020F0502020204030204" pitchFamily="66" charset="-78"/>
                <a:cs typeface="Urdu Typesetting" panose="020F0502020204030204" pitchFamily="66" charset="-78"/>
              </a:rPr>
              <a:t>Certificate</a:t>
            </a:r>
            <a:r>
              <a:rPr lang="fr-FR" sz="3600" b="0" i="1" dirty="0">
                <a:solidFill>
                  <a:schemeClr val="bg2"/>
                </a:solidFill>
                <a:latin typeface="Urdu Typesetting" panose="020F0502020204030204" pitchFamily="66" charset="-78"/>
                <a:cs typeface="Urdu Typesetting" panose="020F0502020204030204" pitchFamily="66" charset="-78"/>
              </a:rPr>
              <a:t> of </a:t>
            </a:r>
            <a:r>
              <a:rPr lang="fr-FR" sz="3600" b="0" i="1" dirty="0" err="1">
                <a:solidFill>
                  <a:schemeClr val="bg2"/>
                </a:solidFill>
                <a:latin typeface="Urdu Typesetting" panose="020F0502020204030204" pitchFamily="66" charset="-78"/>
                <a:cs typeface="Urdu Typesetting" panose="020F0502020204030204" pitchFamily="66" charset="-78"/>
              </a:rPr>
              <a:t>Completion</a:t>
            </a:r>
            <a:endParaRPr lang="fr-FR" sz="3600" b="0" i="1" dirty="0">
              <a:solidFill>
                <a:schemeClr val="bg2"/>
              </a:solidFill>
              <a:latin typeface="Urdu Typesetting" panose="020F0502020204030204" pitchFamily="66" charset="-78"/>
              <a:cs typeface="Urdu Typesetting" panose="020F0502020204030204" pitchFamily="66" charset="-78"/>
            </a:endParaRPr>
          </a:p>
          <a:p>
            <a:pPr marL="169329" indent="0">
              <a:buNone/>
            </a:pPr>
            <a:endParaRPr lang="fr-FR" b="0" i="1" dirty="0">
              <a:solidFill>
                <a:schemeClr val="bg2"/>
              </a:solidFill>
              <a:latin typeface="Urdu Typesetting" panose="020F0502020204030204" pitchFamily="66" charset="-78"/>
              <a:cs typeface="Urdu Typesetting" panose="020F0502020204030204" pitchFamily="66" charset="-78"/>
            </a:endParaRPr>
          </a:p>
          <a:p>
            <a:pPr marL="169329" indent="0">
              <a:buNone/>
            </a:pPr>
            <a:r>
              <a:rPr lang="fr-FR" sz="2400" b="0" dirty="0">
                <a:solidFill>
                  <a:srgbClr val="E61853"/>
                </a:solidFill>
                <a:latin typeface="Urdu Typesetting" panose="020F0502020204030204" pitchFamily="66" charset="-78"/>
                <a:cs typeface="Urdu Typesetting" panose="020F0502020204030204" pitchFamily="66" charset="-78"/>
              </a:rPr>
              <a:t>{FIRST NAME}  {LAST NAME}</a:t>
            </a:r>
          </a:p>
          <a:p>
            <a:pPr marL="169329" indent="0">
              <a:buNone/>
            </a:pPr>
            <a:endParaRPr lang="fr-FR" sz="1800" b="0" dirty="0">
              <a:solidFill>
                <a:srgbClr val="E61853"/>
              </a:solidFill>
              <a:latin typeface="Urdu Typesetting" panose="020F0502020204030204" pitchFamily="66" charset="-78"/>
              <a:cs typeface="Urdu Typesetting" panose="020F0502020204030204" pitchFamily="66" charset="-78"/>
            </a:endParaRPr>
          </a:p>
          <a:p>
            <a:pPr marL="169329" indent="0">
              <a:spcAft>
                <a:spcPts val="1200"/>
              </a:spcAft>
              <a:buNone/>
            </a:pPr>
            <a:r>
              <a:rPr lang="fr-FR" sz="1800" b="0" dirty="0" err="1">
                <a:solidFill>
                  <a:schemeClr val="tx1"/>
                </a:solidFill>
                <a:latin typeface="+mj-lt"/>
                <a:cs typeface="Urdu Typesetting" panose="020F0502020204030204" pitchFamily="66" charset="-78"/>
              </a:rPr>
              <a:t>Successfully</a:t>
            </a:r>
            <a:r>
              <a:rPr lang="fr-FR" sz="1800" b="0" dirty="0">
                <a:solidFill>
                  <a:schemeClr val="tx1"/>
                </a:solidFill>
                <a:latin typeface="+mj-lt"/>
                <a:cs typeface="Urdu Typesetting" panose="020F0502020204030204" pitchFamily="66" charset="-78"/>
              </a:rPr>
              <a:t> </a:t>
            </a:r>
            <a:r>
              <a:rPr lang="fr-FR" sz="1800" b="0" dirty="0" err="1">
                <a:solidFill>
                  <a:schemeClr val="tx1"/>
                </a:solidFill>
                <a:latin typeface="+mj-lt"/>
                <a:cs typeface="Urdu Typesetting" panose="020F0502020204030204" pitchFamily="66" charset="-78"/>
              </a:rPr>
              <a:t>completed</a:t>
            </a:r>
            <a:r>
              <a:rPr lang="fr-FR" sz="1800" b="0" dirty="0">
                <a:solidFill>
                  <a:schemeClr val="tx1"/>
                </a:solidFill>
                <a:latin typeface="+mj-lt"/>
                <a:cs typeface="Urdu Typesetting" panose="020F0502020204030204" pitchFamily="66" charset="-78"/>
              </a:rPr>
              <a:t> the </a:t>
            </a:r>
            <a:r>
              <a:rPr lang="fr-FR" sz="1800" b="0" dirty="0" err="1">
                <a:solidFill>
                  <a:schemeClr val="tx1"/>
                </a:solidFill>
                <a:latin typeface="+mj-lt"/>
                <a:cs typeface="Urdu Typesetting" panose="020F0502020204030204" pitchFamily="66" charset="-78"/>
              </a:rPr>
              <a:t>following</a:t>
            </a:r>
            <a:r>
              <a:rPr lang="fr-FR" sz="1800" b="0" dirty="0">
                <a:solidFill>
                  <a:schemeClr val="tx1"/>
                </a:solidFill>
                <a:latin typeface="+mj-lt"/>
                <a:cs typeface="Urdu Typesetting" panose="020F0502020204030204" pitchFamily="66" charset="-78"/>
              </a:rPr>
              <a:t> course</a:t>
            </a:r>
          </a:p>
          <a:p>
            <a:pPr marL="169329" indent="0">
              <a:buNone/>
            </a:pPr>
            <a:r>
              <a:rPr lang="fr-FR" sz="2400" b="0" dirty="0">
                <a:solidFill>
                  <a:schemeClr val="tx1"/>
                </a:solidFill>
                <a:latin typeface="+mj-lt"/>
                <a:cs typeface="Urdu Typesetting" panose="020F0502020204030204" pitchFamily="66" charset="-78"/>
              </a:rPr>
              <a:t>Neural Network </a:t>
            </a:r>
            <a:r>
              <a:rPr lang="fr-FR" sz="2400" b="0" dirty="0" err="1">
                <a:solidFill>
                  <a:schemeClr val="tx1"/>
                </a:solidFill>
                <a:latin typeface="+mj-lt"/>
                <a:cs typeface="Urdu Typesetting" panose="020F0502020204030204" pitchFamily="66" charset="-78"/>
              </a:rPr>
              <a:t>Tensorflow</a:t>
            </a:r>
            <a:endParaRPr lang="fr-FR" sz="2400" b="0" dirty="0">
              <a:solidFill>
                <a:schemeClr val="tx1"/>
              </a:solidFill>
              <a:latin typeface="+mj-lt"/>
              <a:cs typeface="Urdu Typesetting" panose="020F0502020204030204" pitchFamily="66" charset="-78"/>
            </a:endParaRPr>
          </a:p>
          <a:p>
            <a:pPr marL="169329" indent="0">
              <a:buNone/>
            </a:pPr>
            <a:r>
              <a:rPr lang="fr-FR" sz="1800" b="0" dirty="0">
                <a:solidFill>
                  <a:schemeClr val="tx1"/>
                </a:solidFill>
                <a:latin typeface="+mj-lt"/>
                <a:cs typeface="Urdu Typesetting" panose="020F0502020204030204" pitchFamily="66" charset="-78"/>
              </a:rPr>
              <a:t>Date: </a:t>
            </a:r>
            <a:r>
              <a:rPr lang="fr-FR" sz="1800" b="0" dirty="0">
                <a:solidFill>
                  <a:srgbClr val="E61853"/>
                </a:solidFill>
                <a:latin typeface="Urdu Typesetting" panose="020F0502020204030204" pitchFamily="66" charset="-78"/>
                <a:cs typeface="Urdu Typesetting" panose="020F0502020204030204" pitchFamily="66" charset="-78"/>
              </a:rPr>
              <a:t>{ </a:t>
            </a:r>
            <a:r>
              <a:rPr lang="fr-FR" sz="1800" b="0" dirty="0" err="1">
                <a:solidFill>
                  <a:srgbClr val="E61853"/>
                </a:solidFill>
                <a:latin typeface="Urdu Typesetting" panose="020F0502020204030204" pitchFamily="66" charset="-78"/>
                <a:cs typeface="Urdu Typesetting" panose="020F0502020204030204" pitchFamily="66" charset="-78"/>
              </a:rPr>
              <a:t>date_du_jour</a:t>
            </a:r>
            <a:r>
              <a:rPr lang="fr-FR" sz="1800" b="0" dirty="0">
                <a:solidFill>
                  <a:srgbClr val="E61853"/>
                </a:solidFill>
                <a:latin typeface="Urdu Typesetting" panose="020F0502020204030204" pitchFamily="66" charset="-78"/>
                <a:cs typeface="Urdu Typesetting" panose="020F0502020204030204" pitchFamily="66" charset="-78"/>
              </a:rPr>
              <a:t>}</a:t>
            </a:r>
          </a:p>
          <a:p>
            <a:pPr marL="169329" indent="0">
              <a:buNone/>
            </a:pPr>
            <a:endParaRPr lang="fr-FR" sz="2400" b="0" dirty="0">
              <a:solidFill>
                <a:schemeClr val="tx1"/>
              </a:solidFill>
              <a:latin typeface="+mj-lt"/>
              <a:cs typeface="Urdu Typesetting" panose="020F0502020204030204" pitchFamily="66" charset="-78"/>
            </a:endParaRPr>
          </a:p>
          <a:p>
            <a:pPr marL="169329" indent="0">
              <a:buNone/>
            </a:pPr>
            <a:endParaRPr lang="fr-FR" sz="2400" b="0" dirty="0">
              <a:solidFill>
                <a:schemeClr val="tx1"/>
              </a:solidFill>
              <a:latin typeface="+mj-lt"/>
              <a:cs typeface="Urdu Typesetting" panose="020F0502020204030204" pitchFamily="66" charset="-78"/>
            </a:endParaRPr>
          </a:p>
          <a:p>
            <a:pPr marL="169329" indent="0">
              <a:buNone/>
            </a:pPr>
            <a:r>
              <a:rPr lang="fr-FR" sz="1600" b="0" i="1" dirty="0">
                <a:solidFill>
                  <a:schemeClr val="tx1"/>
                </a:solidFill>
                <a:latin typeface="+mj-lt"/>
                <a:cs typeface="Urdu Typesetting" panose="020F0502020204030204" pitchFamily="66" charset="-78"/>
              </a:rPr>
              <a:t>{Signature}</a:t>
            </a:r>
          </a:p>
          <a:p>
            <a:pPr marL="169329" indent="0">
              <a:buNone/>
            </a:pPr>
            <a:endParaRPr lang="fr-FR" sz="1600" b="0" i="1" dirty="0">
              <a:solidFill>
                <a:schemeClr val="tx1"/>
              </a:solidFill>
              <a:latin typeface="+mj-lt"/>
              <a:cs typeface="Urdu Typesetting" panose="020F0502020204030204" pitchFamily="66" charset="-78"/>
            </a:endParaRPr>
          </a:p>
          <a:p>
            <a:pPr marL="169329" indent="0">
              <a:buNone/>
            </a:pPr>
            <a:r>
              <a:rPr lang="fr-FR" sz="1400" b="0" i="1" dirty="0">
                <a:solidFill>
                  <a:srgbClr val="E61853"/>
                </a:solidFill>
                <a:latin typeface="+mj-lt"/>
                <a:cs typeface="Urdu Typesetting" panose="020F0502020204030204" pitchFamily="66" charset="-78"/>
              </a:rPr>
              <a:t>{Grade} {</a:t>
            </a:r>
            <a:r>
              <a:rPr lang="fr-FR" sz="1400" b="0" i="1" dirty="0" err="1">
                <a:solidFill>
                  <a:srgbClr val="E61853"/>
                </a:solidFill>
                <a:latin typeface="+mj-lt"/>
                <a:cs typeface="Urdu Typesetting" panose="020F0502020204030204" pitchFamily="66" charset="-78"/>
              </a:rPr>
              <a:t>Nom_responsable_pedagogique</a:t>
            </a:r>
            <a:r>
              <a:rPr lang="fr-FR" sz="1400" b="0" i="1" dirty="0">
                <a:solidFill>
                  <a:srgbClr val="E61853"/>
                </a:solidFill>
                <a:latin typeface="+mj-lt"/>
                <a:cs typeface="Urdu Typesetting" panose="020F0502020204030204" pitchFamily="66" charset="-78"/>
              </a:rPr>
              <a:t>}</a:t>
            </a:r>
          </a:p>
        </p:txBody>
      </p:sp>
      <p:pic>
        <p:nvPicPr>
          <p:cNvPr id="4" name="Picture 2" descr="Hi! PARIS – Paris Artificial Intelligence for Society &amp; Business">
            <a:extLst>
              <a:ext uri="{FF2B5EF4-FFF2-40B4-BE49-F238E27FC236}">
                <a16:creationId xmlns:a16="http://schemas.microsoft.com/office/drawing/2014/main" id="{B16F8378-437E-3E70-9D64-3F0650830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71" y="549915"/>
            <a:ext cx="2395415" cy="159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9989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2-Hi-PARIS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41</Words>
  <Application>Microsoft Office PowerPoint</Application>
  <PresentationFormat>Grand écran</PresentationFormat>
  <Paragraphs>12</Paragraphs>
  <Slides>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 Light</vt:lpstr>
      <vt:lpstr>Ubuntu Light</vt:lpstr>
      <vt:lpstr>Urdu Typesetting</vt:lpstr>
      <vt:lpstr>Verdana</vt:lpstr>
      <vt:lpstr>2022-Hi-PARIS</vt:lpstr>
      <vt:lpstr>think-cell Slide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MEZATIO, Eric Papain</dc:creator>
  <cp:lastModifiedBy>MEZATIO, Eric Papain</cp:lastModifiedBy>
  <cp:revision>1</cp:revision>
  <dcterms:created xsi:type="dcterms:W3CDTF">2026-06-23T08:38:18Z</dcterms:created>
  <dcterms:modified xsi:type="dcterms:W3CDTF">2026-06-23T08:56:09Z</dcterms:modified>
</cp:coreProperties>
</file>